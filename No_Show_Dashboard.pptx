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No-Shows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5</c:v>
                </c:pt>
                <c:pt idx="3">
                  <c:v>8</c:v>
                </c:pt>
                <c:pt idx="4">
                  <c:v>0</c:v>
                </c:pt>
                <c:pt idx="5">
                  <c:v>0</c:v>
                </c:pt>
                <c:pt idx="6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No-Shows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Checkup</c:v>
                </c:pt>
                <c:pt idx="1">
                  <c:v>Consultation</c:v>
                </c:pt>
                <c:pt idx="2">
                  <c:v>Emergency</c:v>
                </c:pt>
                <c:pt idx="3">
                  <c:v>Follow-up</c:v>
                </c:pt>
                <c:pt idx="4">
                  <c:v>Therapy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4</c:v>
                </c:pt>
                <c:pt idx="2">
                  <c:v>4</c:v>
                </c:pt>
                <c:pt idx="3">
                  <c:v>1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No-Shows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4</c:v>
                </c:pt>
                <c:pt idx="2">
                  <c:v>6</c:v>
                </c:pt>
                <c:pt idx="3">
                  <c:v>2</c:v>
                </c:pt>
                <c:pt idx="4">
                  <c:v>0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3</c:v>
                </c:pt>
                <c:pt idx="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No-Shows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11</c:v>
                </c:pt>
                <c:pt idx="4">
                  <c:v>6</c:v>
                </c:pt>
                <c:pt idx="5">
                  <c:v>7</c:v>
                </c:pt>
                <c:pt idx="6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No-Shows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5</c:v>
                </c:pt>
                <c:pt idx="3">
                  <c:v>8</c:v>
                </c:pt>
                <c:pt idx="4">
                  <c:v>0</c:v>
                </c:pt>
                <c:pt idx="5">
                  <c:v>0</c:v>
                </c:pt>
                <c:pt idx="6">
                  <c:v>10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Healthcare Appointment No-Show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Total Appointments</a:t>
            </a:r>
          </a:p>
          <a:p>
            <a:r>
              <a:t>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Predicted No-Shows</a:t>
            </a:r>
          </a:p>
          <a:p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No-Show Rate %</a:t>
            </a:r>
          </a:p>
          <a:p>
            <a:r>
              <a:t>14.0%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2011680"/>
          <a:ext cx="41148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0" y="2011680"/>
          <a:ext cx="411480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4206240"/>
          <a:ext cx="411480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0" y="4206240"/>
          <a:ext cx="4114800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